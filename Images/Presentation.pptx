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1" d="100"/>
          <a:sy n="81" d="100"/>
        </p:scale>
        <p:origin x="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0D94F-1CAF-B3C8-A128-DE290CD1B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BDD17-4CB2-04BF-DB51-FCAB4E40F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978BA-31E3-C446-0A2B-F0C48A6B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F041B-D2BB-4CAA-9DCB-517D6387BD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C1244-4EA1-C1A3-C739-E9F50D391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7E1AC-A66D-5080-15EF-A8E540752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EC2C-705B-4BA9-87A6-84055FC23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9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5A1E2-982A-568A-C99E-19AD636F0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640A7-17E3-5937-5634-1468112C9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3FA66-8D8B-5849-7965-D8970A46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F041B-D2BB-4CAA-9DCB-517D6387BD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168AF-05B8-9DF8-7830-1E879DBF3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6E601-8BBE-D024-CC12-D0EB5D75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EC2C-705B-4BA9-87A6-84055FC23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32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7302A-CE74-08C2-3A50-15BD48DBB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43FA3-B9BA-C100-48A8-79236A194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62C99-C0F3-59CE-6925-0A97DE8F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F041B-D2BB-4CAA-9DCB-517D6387BD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E933B-4A31-1345-3AA0-07D7FE8C4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F7442-9D7D-A0DB-9CDB-925A1AD3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EC2C-705B-4BA9-87A6-84055FC23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2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03E2D-FE21-E18C-1F5F-70ED2DE4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AC7D8-F591-CC95-D395-41FC291DB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30FDA-1893-F088-230E-EDCE35F78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133FB-F610-DC0B-2DDD-AEBE32A0F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F041B-D2BB-4CAA-9DCB-517D6387BD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36195-A5F5-7F84-0ED4-043215F5D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3D571-1B92-3198-DDD5-72142884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EC2C-705B-4BA9-87A6-84055FC23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32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B66ED-5CE8-4B8A-03E9-A611A202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E837A-236E-E205-1864-B18DD6975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F969E-9D76-0E56-F41D-60A560D9C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03F1D-4BF8-6110-CC74-64ADBADEC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E184D4-6A34-AE0B-845C-05726C206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9ED2A9-8C7C-682B-5D52-4B95AEC84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F041B-D2BB-4CAA-9DCB-517D6387BD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48BDD8-49AC-4C87-AF75-53602090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80C0BD-D615-2C9C-D9E1-D4635829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EC2C-705B-4BA9-87A6-84055FC23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74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B57C-16D1-A9A9-DA3A-FC9B6ED39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8ED85-44AB-4129-2CAA-13BAFE99F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F041B-D2BB-4CAA-9DCB-517D6387BD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D451E-471C-6B77-1E6D-1829642A4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5361F-C000-5D08-F113-69900D11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EC2C-705B-4BA9-87A6-84055FC23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40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BCFDB-1700-D366-3AED-EE996DAF2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F041B-D2BB-4CAA-9DCB-517D6387BD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9FACB6-9593-6805-60B4-058380202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13DC4-6ED2-077A-7854-87848072D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EC2C-705B-4BA9-87A6-84055FC23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10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795B5-3971-17E9-8031-D05BA80C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189A2-EDD4-FCEA-21AD-C185DA6C5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39E8A-7EB2-5257-CF92-5A293ECD9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41DBD-353A-E1FC-B416-F5D67CAD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F041B-D2BB-4CAA-9DCB-517D6387BD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F32CC-EC96-80A0-8540-2E5E10FFD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2BD5-68F5-DB03-C433-C9DAE3173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EC2C-705B-4BA9-87A6-84055FC23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98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7DFE5-9ACB-1F33-567C-E70F41955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A5EFFF-69D3-2E83-BC11-EE098D11B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24354-EF05-ED00-B963-848CFF199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C16E1-C31F-FFB9-0742-2EAA14E1C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F041B-D2BB-4CAA-9DCB-517D6387BD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26EC0-C570-908E-FD1A-6EB06DA4A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73846-C1BB-8163-D1A1-CBD33A48A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EC2C-705B-4BA9-87A6-84055FC23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69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8ABD1-9E39-B6B0-DF7D-FDFCE5DA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70E0C4-C928-6874-76A8-E7F0A7180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0C77D-8AF1-C624-C7A0-F4BCE97ED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F041B-D2BB-4CAA-9DCB-517D6387BD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CCA62-10A1-DA92-B488-F9BD7740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C2D05-EADD-E82E-CEAF-84239D63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EC2C-705B-4BA9-87A6-84055FC23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62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C24F7-E85E-4A67-553C-252E20B0A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EF008B-9A35-9B59-B40F-03B387F20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7FC42-0A7B-3BB9-C86F-53A390287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F041B-D2BB-4CAA-9DCB-517D6387BD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84585-16C1-5B90-5A1E-08FFCB5A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FCDD0-310C-E90A-31E2-0F5D9D03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EC2C-705B-4BA9-87A6-84055FC23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754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0B448C-55AA-D774-1279-196D747D1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82641-A98D-18E1-C270-E559EE6B6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4E3D1-4534-339A-9FDE-B217DC86BB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7F041B-D2BB-4CAA-9DCB-517D6387BD0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A0BD0-1CC3-E8A2-7650-A8507B719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6CDE0-6A98-42A1-817E-F1391AC9A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9EC2C-705B-4BA9-87A6-84055FC23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39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1703BBB-9F36-DAE2-A7F6-A51BCD7CEAE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149962"/>
            <a:ext cx="12192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19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Click="0" advTm="5000">
        <p14:vortex dir="r"/>
      </p:transition>
    </mc:Choice>
    <mc:Fallback>
      <p:transition spd="slow" advClick="0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EECC3-16E7-5825-A62A-B270B058D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C765DF4E-4787-D60A-53D8-88E96A97ADE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908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 advTm="5000">
        <p15:prstTrans prst="origami"/>
      </p:transition>
    </mc:Choice>
    <mc:Fallback>
      <p:transition spd="slow" advTm="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3524D-BF73-1112-01EA-03858AF1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5A61DF33-022A-D9B8-68AE-1B11DB64299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4" b="787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898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crush"/>
      </p:transition>
    </mc:Choice>
    <mc:Fallback>
      <p:transition spd="slow" advTm="5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Mercy Uchechi</dc:creator>
  <cp:lastModifiedBy>Mercy Uchechi</cp:lastModifiedBy>
  <cp:revision>1</cp:revision>
  <dcterms:created xsi:type="dcterms:W3CDTF">2026-03-16T17:22:07Z</dcterms:created>
  <dcterms:modified xsi:type="dcterms:W3CDTF">2026-03-16T17:58:40Z</dcterms:modified>
</cp:coreProperties>
</file>